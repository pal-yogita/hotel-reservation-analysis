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Monthly bookings trend. Highlight peaks and dips.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time distribution. Most bookings have short lead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 segments with high cancellation rates for interventions.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Shows popular room types and opportunities for pricing.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starter recommendations. Add supporting slides with drilldowns.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Hotel Booking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Starter deck created on 2025-09-25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430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Total Bookings: 36,275</a:t>
            </a:r>
          </a:p>
          <a:p>
            <a:pPr>
              <a:defRPr sz="1800"/>
            </a:pPr>
            <a:r>
              <a:t>Canceled Bookings: 11,885 (32.76%)</a:t>
            </a:r>
          </a:p>
          <a:p>
            <a:pPr>
              <a:defRPr sz="1800"/>
            </a:pPr>
            <a:r>
              <a:t>Total Revenue (est.): 11,347,278.74</a:t>
            </a:r>
          </a:p>
          <a:p>
            <a:pPr>
              <a:defRPr sz="1800"/>
            </a:pPr>
            <a:r>
              <a:t>Average Price per Room: 103.42</a:t>
            </a:r>
          </a:p>
          <a:p>
            <a:pPr>
              <a:defRPr sz="1800"/>
            </a:pPr>
            <a:r>
              <a:t>Median Lead Time: 57.0 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Bookings Trend (Monthly)</a:t>
            </a:r>
          </a:p>
        </p:txBody>
      </p:sp>
      <p:pic>
        <p:nvPicPr>
          <p:cNvPr id="3" name="Picture 2" descr="booking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Lead Time Distribution</a:t>
            </a:r>
          </a:p>
        </p:txBody>
      </p:sp>
      <p:pic>
        <p:nvPicPr>
          <p:cNvPr id="3" name="Picture 2" descr="leadtime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Cancellation Rate by Market Segment</a:t>
            </a:r>
          </a:p>
        </p:txBody>
      </p:sp>
      <p:pic>
        <p:nvPicPr>
          <p:cNvPr id="3" name="Picture 2" descr="cancel_by_seg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Bookings by Room Type</a:t>
            </a:r>
          </a:p>
        </p:txBody>
      </p:sp>
      <p:pic>
        <p:nvPicPr>
          <p:cNvPr id="3" name="Picture 2" descr="room_type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Top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1. Address high cancellation rate (~32.8%) with deposit or non-refundable options.</a:t>
            </a:r>
          </a:p>
          <a:p>
            <a:r>
              <a:t>2. Use lead time (median 57 days) to design tiered cancellation policy.</a:t>
            </a:r>
          </a:p>
          <a:p>
            <a:r>
              <a:t>3. Optimize ADR in peak months; test small increases with A/B pricing.</a:t>
            </a:r>
          </a:p>
          <a:p>
            <a:r>
              <a:t>4. Offer incentives to high-cancellation segments (e.g., online/aviation) to convert reservations.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